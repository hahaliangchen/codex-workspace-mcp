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>
  <c:chart>
    <c:plotArea>
      <c:barChart>
        <c:ser>
          <c:tx>
            <c:strRef>
              <c:strCache>
                <c:pt idx="0">
                  <c:v>收入</c:v>
                </c:pt>
              </c:strCache>
            </c:strRef>
          </c:tx>
          <c:cat>
            <c:strRef>
              <c:strCache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numCache>
                <c:pt idx="0">
                  <c:v>12</c:v>
                </c:pt>
                <c:pt idx="1">
                  <c:v>15</c:v>
                </c:pt>
              </c:numCache>
            </c:numRef>
          </c:val>
        </c:ser>
      </c:barChart>
    </c:plotArea>
  </c:chart>
</c:chartSpace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备注"/>
          <p:cNvSpPr/>
          <p:nvPr>
            <p:ph type="body"/>
          </p:nvPr>
        </p:nvSpPr>
        <p:spPr/>
        <p:txBody>
          <a:bodyPr/>
          <a:p>
            <a:r>
              <a:t>强调增长来自老客户</a:t>
            </a:r>
          </a:p>
        </p:txBody>
      </p:sp>
    </p:spTree>
  </p:cSld>
</p:note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 name="标题和内容">
    <p:spTree/>
  </p:cSld>
</p:sldLayout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t>年度汇报</a:t>
            </a:r>
          </a:p>
        </p:txBody>
      </p:sp>
      <p:sp>
        <p:nvSpPr>
          <p:cNvPr id="3" name="内容 2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t>收入增长 20%</a:t>
            </a:r>
          </a:p>
          <a:p>
            <a:pPr>
              <a:buChar char="•"/>
            </a:pPr>
            <a:r>
              <a:t>客户数突破 500</a:t>
            </a:r>
          </a:p>
        </p:txBody>
      </p:sp>
      <p:pic>
        <p:nvPicPr>
          <p:cNvPr id="5" name="公司标志" descr="红色方块"/>
          <p:cNvPicPr/>
          <p:nvPr/>
        </p:nvPicPr>
        <p:blipFill>
          <a:blip r:embed="rId2"/>
        </p:blipFill>
        <p:spPr>
          <a:xfrm>
            <a:off x="360000" y="720000"/>
            <a:ext cx="3600000" cy="1800000"/>
          </a:xfrm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t>季度数据</a:t>
            </a:r>
          </a:p>
        </p:txBody>
      </p:sp>
      <p:graphicFrame>
        <p:nvGraphicFramePr>
          <p:cNvPr id="6" name="季度表"/>
          <p:cNvGraphicFramePr/>
          <p:nvPr/>
        </p:nvGraphicFramePr>
        <a:graphic>
          <a:graphicData>
            <a:tbl>
              <a:tr>
                <a:tc>
                  <a:txBody>
                    <a:p>
                      <a:r>
                        <a:t>季度</a:t>
                      </a:r>
                    </a:p>
                  </a:txBody>
                </a:tc>
                <a:tc>
                  <a:txBody>
                    <a:p>
                      <a:r>
                        <a:t>收入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Q1</a:t>
                      </a:r>
                    </a:p>
                  </a:txBody>
                </a:tc>
                <a:tc>
                  <a:txBody>
                    <a:p>
                      <a:r>
                        <a:t>12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7" name="收入图"/>
          <p:cNvGraphicFramePr/>
          <p:nvPr/>
        </p:nvGraphicFramePr>
        <a:graphic>
          <a:graphicData>
            <c:chart xmlns:c="http://schemas.openxmlformats.org/drawingml/2006/chart" r:id="rId3"/>
          </a:graphicData>
        </a:graphic>
      </p:graphicFrame>
    </p:spTree>
  </p:cSld>
</p:sld>
</file>