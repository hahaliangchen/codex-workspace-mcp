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 i="0" spc="0">
                <a:solidFill>
                  <a:srgbClr val="000000"/>
                </a:solidFill>
                <a:latin typeface="Microsoft YaHei"/>
                <a:ea typeface="Microsoft YaHei"/>
                <a:cs typeface="Arial"/>
              </a:rPr>
              <a:t xml:space="preserve">交付管理复盘</a:t>
            </a:r>
            <a:endParaRPr sz="285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{"version":1,"page":{"role":"content","layoutName":"联通品牌空白页","note":"保留页眉品牌，其余区域按新内容自由设计，不限制页数。"},"nodes":{"2":{"purpose":"fixed","note":"品牌装饰或原始素材，原样保留","name":"Rectangle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9"}}}</design:template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